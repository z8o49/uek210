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7"/>
      <p:bold r:id="rId8"/>
      <p:italic r:id="rId9"/>
      <p:boldItalic r:id="rId10"/>
    </p:embeddedFont>
    <p:embeddedFont>
      <p:font typeface="Merriweather" panose="00000500000000000000" pitchFamily="2" charset="0"/>
      <p:regular r:id="rId11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1A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108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290414"/>
            <a:ext cx="3843933" cy="25625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 0"/>
          <p:cNvSpPr/>
          <p:nvPr/>
        </p:nvSpPr>
        <p:spPr>
          <a:xfrm>
            <a:off x="4764956" y="2137916"/>
            <a:ext cx="3843933" cy="48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Prozesse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764956" y="2774231"/>
            <a:ext cx="384393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von Izet und Mattia</a:t>
            </a:r>
            <a:endParaRPr lang="en-US" sz="1200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175C580-07DF-406F-6067-0261BE7411A1}"/>
              </a:ext>
            </a:extLst>
          </p:cNvPr>
          <p:cNvSpPr/>
          <p:nvPr/>
        </p:nvSpPr>
        <p:spPr>
          <a:xfrm>
            <a:off x="7820891" y="4634135"/>
            <a:ext cx="1323109" cy="509365"/>
          </a:xfrm>
          <a:prstGeom prst="rect">
            <a:avLst/>
          </a:prstGeom>
          <a:solidFill>
            <a:srgbClr val="09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1465" y="418058"/>
            <a:ext cx="3796457" cy="474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Faktor: Processes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31465" y="1116806"/>
            <a:ext cx="4652070" cy="120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Eine der zentralen Grundregeln der </a:t>
            </a:r>
            <a:r>
              <a:rPr lang="en-US" sz="11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12-Factor-App</a:t>
            </a: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Anwendungen werden als zustandslose, unabhängige Prozesse ausgeführt. Jeder Prozess arbeitet isoliert, kann eigenständig gestartet oder gestoppt werden, die Grundlage für moderne Cloud- und Container-Architekturen.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31465" y="2490415"/>
            <a:ext cx="4652070" cy="2234952"/>
          </a:xfrm>
          <a:prstGeom prst="roundRect">
            <a:avLst>
              <a:gd name="adj" fmla="val 2854"/>
            </a:avLst>
          </a:prstGeom>
          <a:solidFill>
            <a:srgbClr val="003180"/>
          </a:solidFill>
          <a:ln w="4763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3"/>
          <p:cNvSpPr/>
          <p:nvPr/>
        </p:nvSpPr>
        <p:spPr>
          <a:xfrm>
            <a:off x="536228" y="2495178"/>
            <a:ext cx="2321272" cy="1353815"/>
          </a:xfrm>
          <a:prstGeom prst="roundRect">
            <a:avLst>
              <a:gd name="adj" fmla="val 4711"/>
            </a:avLst>
          </a:prstGeom>
          <a:solidFill>
            <a:srgbClr val="00318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688032" y="2646983"/>
            <a:ext cx="1898228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Unabhängig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8032" y="2973884"/>
            <a:ext cx="2017663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Jeder Prozess läuft separat, ohne Abhängigkeit von anderen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57500" y="2495178"/>
            <a:ext cx="2321272" cy="1353815"/>
          </a:xfrm>
          <a:prstGeom prst="rect">
            <a:avLst/>
          </a:prstGeom>
          <a:solidFill>
            <a:srgbClr val="00318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7"/>
          <p:cNvSpPr/>
          <p:nvPr/>
        </p:nvSpPr>
        <p:spPr>
          <a:xfrm>
            <a:off x="2857500" y="2495178"/>
            <a:ext cx="19050" cy="1353815"/>
          </a:xfrm>
          <a:prstGeom prst="roundRect">
            <a:avLst>
              <a:gd name="adj" fmla="val 334809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/>
          <p:nvPr/>
        </p:nvSpPr>
        <p:spPr>
          <a:xfrm>
            <a:off x="3009305" y="2646983"/>
            <a:ext cx="1898228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Zustandslos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009305" y="2973884"/>
            <a:ext cx="201766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Kein dauerhafter Zustand im Prozess gespeichert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36228" y="3848993"/>
            <a:ext cx="4642545" cy="871612"/>
          </a:xfrm>
          <a:prstGeom prst="rect">
            <a:avLst/>
          </a:prstGeom>
          <a:solidFill>
            <a:srgbClr val="003180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4" name="Shape 11"/>
          <p:cNvSpPr/>
          <p:nvPr/>
        </p:nvSpPr>
        <p:spPr>
          <a:xfrm>
            <a:off x="536228" y="3848993"/>
            <a:ext cx="4642545" cy="19050"/>
          </a:xfrm>
          <a:prstGeom prst="roundRect">
            <a:avLst>
              <a:gd name="adj" fmla="val 334809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688032" y="4000798"/>
            <a:ext cx="1898228" cy="237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Steuerbar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88032" y="4327699"/>
            <a:ext cx="433893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Prozesse lassen sich jederzeit starten oder stoppen</a:t>
            </a:r>
            <a:endParaRPr lang="en-US" sz="115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71531AD-85DC-A60C-A425-1884013D70A9}"/>
              </a:ext>
            </a:extLst>
          </p:cNvPr>
          <p:cNvSpPr/>
          <p:nvPr/>
        </p:nvSpPr>
        <p:spPr>
          <a:xfrm>
            <a:off x="7820891" y="4634135"/>
            <a:ext cx="1323109" cy="509365"/>
          </a:xfrm>
          <a:prstGeom prst="rect">
            <a:avLst/>
          </a:prstGeom>
          <a:solidFill>
            <a:srgbClr val="09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380" y="376461"/>
            <a:ext cx="5278859" cy="421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Welche Probleme werden gelöst?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80" y="1240706"/>
            <a:ext cx="3260824" cy="326082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80" y="1240706"/>
            <a:ext cx="3260824" cy="32608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41441" y="1093440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Konkrete Vorteile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741441" y="1422350"/>
            <a:ext cx="393494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Der Prozess-Faktor löst klassische Stabilitätsprobleme monolithischer Anwendungen: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2042" y="1964345"/>
            <a:ext cx="202406" cy="2024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80037" y="1960141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Höhere Stabilität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180037" y="2289051"/>
            <a:ext cx="3496345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Ein fehlerhafter Prozess bringt nicht die gesamte Anwendung zum Absturz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2042" y="2934407"/>
            <a:ext cx="202406" cy="2024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80037" y="2930203"/>
            <a:ext cx="1886769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Einfachere Fehlersuche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5180037" y="3259113"/>
            <a:ext cx="3496345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Isolierte Prozesse lassen sich gezielt debuggen und reparieren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2042" y="3904469"/>
            <a:ext cx="202406" cy="2024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80037" y="3900264"/>
            <a:ext cx="1687264" cy="210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Bessere Skalierung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5180037" y="4229174"/>
            <a:ext cx="3496345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Einzelne Prozesse skalieren unabhängig – z. B. nur der Web-Layer</a:t>
            </a:r>
            <a:endParaRPr lang="en-US" sz="105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4A9D12A-16BA-810C-82CF-1E773C95C0D6}"/>
              </a:ext>
            </a:extLst>
          </p:cNvPr>
          <p:cNvSpPr/>
          <p:nvPr/>
        </p:nvSpPr>
        <p:spPr>
          <a:xfrm>
            <a:off x="7820891" y="4634135"/>
            <a:ext cx="1323109" cy="509365"/>
          </a:xfrm>
          <a:prstGeom prst="rect">
            <a:avLst/>
          </a:prstGeom>
          <a:solidFill>
            <a:srgbClr val="09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2370" y="342454"/>
            <a:ext cx="3503786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Umsetzung in der Praxis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842370" y="847130"/>
            <a:ext cx="4888260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Docker und Kubernetes sind die wichtigsten Werkzeuge zur Umsetzung des Prozess-Faktors in modernen Deployments.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842370" y="1384102"/>
            <a:ext cx="2300064" cy="1044773"/>
          </a:xfrm>
          <a:prstGeom prst="roundRect">
            <a:avLst>
              <a:gd name="adj" fmla="val 4748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3"/>
          <p:cNvSpPr/>
          <p:nvPr/>
        </p:nvSpPr>
        <p:spPr>
          <a:xfrm>
            <a:off x="3974753" y="1516484"/>
            <a:ext cx="1476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🐳</a:t>
            </a: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Docker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974753" y="1796207"/>
            <a:ext cx="2035299" cy="50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Jeder Container entspricht einem eigenständigen Prozess – isoliert, reproduzierbar, portierbar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42370" y="2519288"/>
            <a:ext cx="2300064" cy="1044773"/>
          </a:xfrm>
          <a:prstGeom prst="roundRect">
            <a:avLst>
              <a:gd name="adj" fmla="val 4748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3974753" y="2651671"/>
            <a:ext cx="1476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☸️</a:t>
            </a: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Kubernetes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974753" y="2931393"/>
            <a:ext cx="2035299" cy="50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Verwaltet Prozesse automatisch: Neustart bei Fehlern, Skalierung auf Knopfdruck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2370" y="3654475"/>
            <a:ext cx="2300064" cy="1044773"/>
          </a:xfrm>
          <a:prstGeom prst="roundRect">
            <a:avLst>
              <a:gd name="adj" fmla="val 4748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9"/>
          <p:cNvSpPr/>
          <p:nvPr/>
        </p:nvSpPr>
        <p:spPr>
          <a:xfrm>
            <a:off x="3974753" y="3786857"/>
            <a:ext cx="14763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🔀</a:t>
            </a: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Trennung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74753" y="4066580"/>
            <a:ext cx="2035299" cy="50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Webserver und Datenbank laufen in getrennten Prozessen bzw. Containern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35328" y="1372791"/>
            <a:ext cx="2300064" cy="369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Beispiel: NGINX als Prozess starten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35328" y="1843608"/>
            <a:ext cx="2300064" cy="402952"/>
          </a:xfrm>
          <a:prstGeom prst="roundRect">
            <a:avLst>
              <a:gd name="adj" fmla="val 12311"/>
            </a:avLst>
          </a:prstGeom>
          <a:solidFill>
            <a:srgbClr val="16222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6" name="Shape 13"/>
          <p:cNvSpPr/>
          <p:nvPr/>
        </p:nvSpPr>
        <p:spPr>
          <a:xfrm>
            <a:off x="6429449" y="1843608"/>
            <a:ext cx="2311822" cy="402952"/>
          </a:xfrm>
          <a:prstGeom prst="roundRect">
            <a:avLst>
              <a:gd name="adj" fmla="val 4397"/>
            </a:avLst>
          </a:prstGeom>
          <a:solidFill>
            <a:srgbClr val="162227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4"/>
          <p:cNvSpPr/>
          <p:nvPr/>
        </p:nvSpPr>
        <p:spPr>
          <a:xfrm>
            <a:off x="6577087" y="1961704"/>
            <a:ext cx="2016547" cy="166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nginx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435328" y="2348285"/>
            <a:ext cx="2300064" cy="83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Mit diesem Befehl startet Docker einen isolierten NGINX-Container als eigenständigen Prozess – zustandslos, reproduzierbar und jederzeit neu startbar.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35328" y="3283818"/>
            <a:ext cx="2300064" cy="1098798"/>
          </a:xfrm>
          <a:prstGeom prst="roundRect">
            <a:avLst>
              <a:gd name="adj" fmla="val 4515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de-CH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423" y="3451845"/>
            <a:ext cx="147637" cy="11809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9156" y="3403699"/>
            <a:ext cx="1798141" cy="838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Jeder </a:t>
            </a:r>
            <a:r>
              <a:rPr lang="en-US" sz="900" dirty="0">
                <a:solidFill>
                  <a:srgbClr val="FFFFFF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r>
              <a:rPr lang="en-US" sz="9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-Aufruf erzeugt einen neuen, unabhängigen Prozess – ganz im Sinne des 12-Factor-Prinzips.</a:t>
            </a:r>
            <a:endParaRPr lang="en-US" sz="90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DD87875-FF13-E07B-0D98-3F07F4933D22}"/>
              </a:ext>
            </a:extLst>
          </p:cNvPr>
          <p:cNvSpPr/>
          <p:nvPr/>
        </p:nvSpPr>
        <p:spPr>
          <a:xfrm>
            <a:off x="7820891" y="4634135"/>
            <a:ext cx="1323109" cy="509365"/>
          </a:xfrm>
          <a:prstGeom prst="rect">
            <a:avLst/>
          </a:prstGeom>
          <a:solidFill>
            <a:srgbClr val="091A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Bildschirmpräsentation (16:9)</PresentationFormat>
  <Paragraphs>35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Consolas</vt:lpstr>
      <vt:lpstr>Merriweather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Schullaptop_Mattia</dc:creator>
  <cp:lastModifiedBy>Tuor Mattia</cp:lastModifiedBy>
  <cp:revision>2</cp:revision>
  <dcterms:created xsi:type="dcterms:W3CDTF">2026-05-12T12:15:56Z</dcterms:created>
  <dcterms:modified xsi:type="dcterms:W3CDTF">2026-05-12T12:33:28Z</dcterms:modified>
</cp:coreProperties>
</file>